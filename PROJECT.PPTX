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6" d="100"/>
          <a:sy n="86" d="100"/>
        </p:scale>
        <p:origin x="562"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50ABF3-82CB-4637-B2DF-AA8DA061BD70}" type="datetimeFigureOut">
              <a:rPr lang="en-IN" smtClean="0"/>
              <a:t>18-11-2017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926361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50ABF3-82CB-4637-B2DF-AA8DA061BD70}" type="datetimeFigureOut">
              <a:rPr lang="en-IN" smtClean="0"/>
              <a:t>18-11-2017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1317009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50ABF3-82CB-4637-B2DF-AA8DA061BD70}" type="datetimeFigureOut">
              <a:rPr lang="en-IN" smtClean="0"/>
              <a:t>18-11-2017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2240117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50ABF3-82CB-4637-B2DF-AA8DA061BD70}" type="datetimeFigureOut">
              <a:rPr lang="en-IN" smtClean="0"/>
              <a:t>18-11-2017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117717850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50ABF3-82CB-4637-B2DF-AA8DA061BD70}" type="datetimeFigureOut">
              <a:rPr lang="en-IN" smtClean="0"/>
              <a:t>18-11-2017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236837282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50ABF3-82CB-4637-B2DF-AA8DA061BD70}" type="datetimeFigureOut">
              <a:rPr lang="en-IN" smtClean="0"/>
              <a:t>18-11-2017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1477552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50ABF3-82CB-4637-B2DF-AA8DA061BD70}" type="datetimeFigureOut">
              <a:rPr lang="en-IN" smtClean="0"/>
              <a:t>18-11-2017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3555865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50ABF3-82CB-4637-B2DF-AA8DA061BD70}" type="datetimeFigureOut">
              <a:rPr lang="en-IN" smtClean="0"/>
              <a:t>18-11-2017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324129717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250ABF3-82CB-4637-B2DF-AA8DA061BD70}" type="datetimeFigureOut">
              <a:rPr lang="en-IN" smtClean="0"/>
              <a:t>18-11-2017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1171088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50ABF3-82CB-4637-B2DF-AA8DA061BD70}" type="datetimeFigureOut">
              <a:rPr lang="en-IN" smtClean="0"/>
              <a:t>18-11-2017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1052140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50ABF3-82CB-4637-B2DF-AA8DA061BD70}" type="datetimeFigureOut">
              <a:rPr lang="en-IN" smtClean="0"/>
              <a:t>18-11-2017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180EF-4352-4790-B8A6-AF085F77BAE2}"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53954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50ABF3-82CB-4637-B2DF-AA8DA061BD70}" type="datetimeFigureOut">
              <a:rPr lang="en-IN" smtClean="0"/>
              <a:t>18-11-2017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35344124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50ABF3-82CB-4637-B2DF-AA8DA061BD70}" type="datetimeFigureOut">
              <a:rPr lang="en-IN" smtClean="0"/>
              <a:t>18-11-2017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180EF-4352-4790-B8A6-AF085F77BAE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9481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50ABF3-82CB-4637-B2DF-AA8DA061BD70}" type="datetimeFigureOut">
              <a:rPr lang="en-IN" smtClean="0"/>
              <a:t>18-11-2017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3546906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50ABF3-82CB-4637-B2DF-AA8DA061BD70}" type="datetimeFigureOut">
              <a:rPr lang="en-IN" smtClean="0"/>
              <a:t>18-11-2017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2488170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50ABF3-82CB-4637-B2DF-AA8DA061BD70}" type="datetimeFigureOut">
              <a:rPr lang="en-IN" smtClean="0"/>
              <a:t>18-11-2017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180EF-4352-4790-B8A6-AF085F77BAE2}" type="slidenum">
              <a:rPr lang="en-IN" smtClean="0"/>
              <a:t>‹#›</a:t>
            </a:fld>
            <a:endParaRPr lang="en-IN"/>
          </a:p>
        </p:txBody>
      </p:sp>
    </p:spTree>
    <p:extLst>
      <p:ext uri="{BB962C8B-B14F-4D97-AF65-F5344CB8AC3E}">
        <p14:creationId xmlns:p14="http://schemas.microsoft.com/office/powerpoint/2010/main" val="4021589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250ABF3-82CB-4637-B2DF-AA8DA061BD70}" type="datetimeFigureOut">
              <a:rPr lang="en-IN" smtClean="0"/>
              <a:t>18-11-2017</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A7180EF-4352-4790-B8A6-AF085F77BAE2}" type="slidenum">
              <a:rPr lang="en-IN" smtClean="0"/>
              <a:t>‹#›</a:t>
            </a:fld>
            <a:endParaRPr lang="en-IN"/>
          </a:p>
        </p:txBody>
      </p:sp>
    </p:spTree>
    <p:extLst>
      <p:ext uri="{BB962C8B-B14F-4D97-AF65-F5344CB8AC3E}">
        <p14:creationId xmlns:p14="http://schemas.microsoft.com/office/powerpoint/2010/main" val="396296835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BA53A-C7C8-4C6B-9E8A-733DF980C34B}"/>
              </a:ext>
            </a:extLst>
          </p:cNvPr>
          <p:cNvSpPr>
            <a:spLocks noGrp="1"/>
          </p:cNvSpPr>
          <p:nvPr>
            <p:ph type="title"/>
          </p:nvPr>
        </p:nvSpPr>
        <p:spPr>
          <a:xfrm>
            <a:off x="-6247" y="-2957"/>
            <a:ext cx="4258651" cy="748681"/>
          </a:xfrm>
        </p:spPr>
        <p:txBody>
          <a:bodyPr>
            <a:normAutofit/>
          </a:bodyPr>
          <a:lstStyle/>
          <a:p>
            <a:r>
              <a:rPr lang="en-IN" sz="4200" dirty="0"/>
              <a:t>IMPLEMENTATION</a:t>
            </a:r>
          </a:p>
        </p:txBody>
      </p:sp>
      <p:sp>
        <p:nvSpPr>
          <p:cNvPr id="3" name="Subtitle 2">
            <a:extLst>
              <a:ext uri="{FF2B5EF4-FFF2-40B4-BE49-F238E27FC236}">
                <a16:creationId xmlns:a16="http://schemas.microsoft.com/office/drawing/2014/main" id="{DDDBE478-F2C4-45C8-9159-5220DC7D9E75}"/>
              </a:ext>
            </a:extLst>
          </p:cNvPr>
          <p:cNvSpPr>
            <a:spLocks noGrp="1"/>
          </p:cNvSpPr>
          <p:nvPr>
            <p:ph idx="1"/>
          </p:nvPr>
        </p:nvSpPr>
        <p:spPr>
          <a:xfrm>
            <a:off x="-6247" y="745724"/>
            <a:ext cx="8596668" cy="3880773"/>
          </a:xfrm>
        </p:spPr>
        <p:txBody>
          <a:bodyPr>
            <a:normAutofit/>
          </a:bodyPr>
          <a:lstStyle/>
          <a:p>
            <a:pPr marL="0" indent="0" algn="just">
              <a:buNone/>
            </a:pPr>
            <a:r>
              <a:rPr lang="en-IN" dirty="0"/>
              <a:t>Most of the coding was done in sublime without using any IDE as the 3D grid had to be built from scratch and for everything else there was no need for using Scene Builder. Basic logic is that after each input from the user, check if the no. of spheres in that cell are permissible or not. If no, then distribute the spheres to the neighbouring cells and recursively check in the neighbouring cells as well. Our game has three core functions which is play(), burst(), conquer(). play() function takes in the input from the user, places the sphere at the centre of the cell where the user clicked and then calls the burst() function. burst() is the </a:t>
            </a:r>
            <a:r>
              <a:rPr lang="en-IN" dirty="0" err="1"/>
              <a:t>the</a:t>
            </a:r>
            <a:r>
              <a:rPr lang="en-IN" dirty="0"/>
              <a:t> function where it checks if there are one, two, three or four spheres in a cell and if there are more than what is allowed in that cell then start the animation. After this conquer() functions adds them to the new cell and also readjusts their position so that it is visible how many spheres there are in that cell. </a:t>
            </a:r>
          </a:p>
        </p:txBody>
      </p:sp>
      <p:sp>
        <p:nvSpPr>
          <p:cNvPr id="4" name="Title 1">
            <a:extLst>
              <a:ext uri="{FF2B5EF4-FFF2-40B4-BE49-F238E27FC236}">
                <a16:creationId xmlns:a16="http://schemas.microsoft.com/office/drawing/2014/main" id="{46968C9A-B177-4E3B-80B7-9B2D5AD13A7D}"/>
              </a:ext>
            </a:extLst>
          </p:cNvPr>
          <p:cNvSpPr txBox="1">
            <a:spLocks/>
          </p:cNvSpPr>
          <p:nvPr/>
        </p:nvSpPr>
        <p:spPr>
          <a:xfrm>
            <a:off x="359218" y="4144394"/>
            <a:ext cx="4258651" cy="748681"/>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4200" dirty="0"/>
              <a:t>DESIGN PATTERNS</a:t>
            </a:r>
          </a:p>
        </p:txBody>
      </p:sp>
      <p:sp>
        <p:nvSpPr>
          <p:cNvPr id="5" name="Subtitle 2">
            <a:extLst>
              <a:ext uri="{FF2B5EF4-FFF2-40B4-BE49-F238E27FC236}">
                <a16:creationId xmlns:a16="http://schemas.microsoft.com/office/drawing/2014/main" id="{ADC16455-A8E4-4A2B-A3E6-10DE3451F0A6}"/>
              </a:ext>
            </a:extLst>
          </p:cNvPr>
          <p:cNvSpPr txBox="1">
            <a:spLocks/>
          </p:cNvSpPr>
          <p:nvPr/>
        </p:nvSpPr>
        <p:spPr>
          <a:xfrm>
            <a:off x="487369" y="4752264"/>
            <a:ext cx="8261000" cy="1832623"/>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IN" dirty="0"/>
              <a:t>SINGLETON – Only one Grid is being created at a time.</a:t>
            </a:r>
          </a:p>
          <a:p>
            <a:pPr algn="just"/>
            <a:r>
              <a:rPr lang="en-IN" dirty="0"/>
              <a:t>OBSERVER – Grid and Player info are being serialized at each move.</a:t>
            </a:r>
          </a:p>
          <a:p>
            <a:pPr algn="just"/>
            <a:r>
              <a:rPr lang="en-IN" dirty="0"/>
              <a:t>DECORATOR – Used for variables for serializing and </a:t>
            </a:r>
            <a:r>
              <a:rPr lang="en-IN" dirty="0" err="1"/>
              <a:t>deserializing</a:t>
            </a:r>
            <a:endParaRPr lang="en-IN" dirty="0"/>
          </a:p>
          <a:p>
            <a:pPr algn="just"/>
            <a:r>
              <a:rPr lang="en-IN" dirty="0"/>
              <a:t>FAÇADE – Main Menu initializes objects of classes Settings and Game for their respective page creation.</a:t>
            </a:r>
          </a:p>
          <a:p>
            <a:pPr algn="just"/>
            <a:endParaRPr lang="en-IN" dirty="0"/>
          </a:p>
        </p:txBody>
      </p:sp>
    </p:spTree>
    <p:extLst>
      <p:ext uri="{BB962C8B-B14F-4D97-AF65-F5344CB8AC3E}">
        <p14:creationId xmlns:p14="http://schemas.microsoft.com/office/powerpoint/2010/main" val="2052899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85029-74A4-4FE1-9F35-A26655CBF0F1}"/>
              </a:ext>
            </a:extLst>
          </p:cNvPr>
          <p:cNvSpPr>
            <a:spLocks noGrp="1"/>
          </p:cNvSpPr>
          <p:nvPr>
            <p:ph type="title"/>
          </p:nvPr>
        </p:nvSpPr>
        <p:spPr>
          <a:xfrm>
            <a:off x="0" y="18256"/>
            <a:ext cx="1926454" cy="662782"/>
          </a:xfrm>
        </p:spPr>
        <p:txBody>
          <a:bodyPr>
            <a:normAutofit/>
          </a:bodyPr>
          <a:lstStyle/>
          <a:p>
            <a:r>
              <a:rPr lang="en-IN"/>
              <a:t>EXTRAS</a:t>
            </a:r>
            <a:endParaRPr lang="en-IN" dirty="0"/>
          </a:p>
        </p:txBody>
      </p:sp>
      <p:sp>
        <p:nvSpPr>
          <p:cNvPr id="3" name="Content Placeholder 2">
            <a:extLst>
              <a:ext uri="{FF2B5EF4-FFF2-40B4-BE49-F238E27FC236}">
                <a16:creationId xmlns:a16="http://schemas.microsoft.com/office/drawing/2014/main" id="{934E2404-0F3F-44E0-A7F6-439EF92DC209}"/>
              </a:ext>
            </a:extLst>
          </p:cNvPr>
          <p:cNvSpPr>
            <a:spLocks noGrp="1"/>
          </p:cNvSpPr>
          <p:nvPr>
            <p:ph idx="1"/>
          </p:nvPr>
        </p:nvSpPr>
        <p:spPr>
          <a:xfrm>
            <a:off x="0" y="681038"/>
            <a:ext cx="7519386" cy="6176961"/>
          </a:xfrm>
        </p:spPr>
        <p:txBody>
          <a:bodyPr>
            <a:normAutofit fontScale="92500" lnSpcReduction="10000"/>
          </a:bodyPr>
          <a:lstStyle/>
          <a:p>
            <a:pPr algn="just"/>
            <a:r>
              <a:rPr lang="en-IN" sz="2000" b="1" dirty="0"/>
              <a:t>Problems with animation</a:t>
            </a:r>
            <a:r>
              <a:rPr lang="en-IN" sz="2000" dirty="0"/>
              <a:t>- In the beginning the two animations </a:t>
            </a:r>
            <a:r>
              <a:rPr lang="en-IN" sz="2000" dirty="0" err="1"/>
              <a:t>i.e</a:t>
            </a:r>
            <a:r>
              <a:rPr lang="en-IN" sz="2000" dirty="0"/>
              <a:t> Rotation of spheres and Translation were happening simultaneously so the upon breaking up the spheres were not move in a straight path but it was resolved using </a:t>
            </a:r>
            <a:r>
              <a:rPr lang="en-IN" sz="2000" dirty="0" err="1"/>
              <a:t>ParallelTransition</a:t>
            </a:r>
            <a:r>
              <a:rPr lang="en-IN" sz="2000" dirty="0"/>
              <a:t>. There was also a case where the output shown on the grid was different from that on the backend. This was because when Player 2 tried to burst one of them then two spheres were trying to access the same grid cell at the same time so one of them was not added on the grid. This issue was resolved using </a:t>
            </a:r>
            <a:r>
              <a:rPr lang="en-IN" sz="2000" dirty="0" err="1"/>
              <a:t>setOnFinished</a:t>
            </a:r>
            <a:r>
              <a:rPr lang="en-IN" sz="2000" dirty="0"/>
              <a:t>() function.</a:t>
            </a:r>
          </a:p>
          <a:p>
            <a:pPr algn="just"/>
            <a:r>
              <a:rPr lang="en-IN" sz="2000" b="1" dirty="0"/>
              <a:t>Configuring resume button</a:t>
            </a:r>
            <a:r>
              <a:rPr lang="en-IN" sz="2000" dirty="0"/>
              <a:t>- For resume button we had to serialize the grid, the current list of players who are playing, whose turn it was at the time of shutdown. However while trying to serialize the Player class the data was not being appended so we were forced to write onto the resume.txt file, the </a:t>
            </a:r>
            <a:r>
              <a:rPr lang="en-IN" sz="2000" dirty="0" err="1"/>
              <a:t>colors</a:t>
            </a:r>
            <a:r>
              <a:rPr lang="en-IN" sz="2000" dirty="0"/>
              <a:t> that each player had. Upon pressing the resume button, the list of players playing was updated by reading the </a:t>
            </a:r>
            <a:r>
              <a:rPr lang="en-IN" sz="2000" dirty="0" err="1"/>
              <a:t>colors</a:t>
            </a:r>
            <a:r>
              <a:rPr lang="en-IN" sz="2000" dirty="0"/>
              <a:t> that were stored onto the file.</a:t>
            </a:r>
          </a:p>
          <a:p>
            <a:pPr algn="just"/>
            <a:r>
              <a:rPr lang="en-IN" sz="2000" b="1" dirty="0" err="1"/>
              <a:t>Color</a:t>
            </a:r>
            <a:r>
              <a:rPr lang="en-IN" sz="2000" b="1" dirty="0"/>
              <a:t> Choices for Each Player</a:t>
            </a:r>
            <a:r>
              <a:rPr lang="en-IN" sz="2000" dirty="0"/>
              <a:t>- In player settings, (in our implementation)the player is provided with a </a:t>
            </a:r>
            <a:r>
              <a:rPr lang="en-IN" sz="2000" dirty="0" err="1"/>
              <a:t>color</a:t>
            </a:r>
            <a:r>
              <a:rPr lang="en-IN" sz="2000" dirty="0"/>
              <a:t> panel of 15 </a:t>
            </a:r>
            <a:r>
              <a:rPr lang="en-IN" sz="2000" dirty="0" err="1"/>
              <a:t>colors</a:t>
            </a:r>
            <a:r>
              <a:rPr lang="en-IN" sz="2000" dirty="0"/>
              <a:t> from which they can choose any </a:t>
            </a:r>
            <a:r>
              <a:rPr lang="en-IN" sz="2000" dirty="0" err="1"/>
              <a:t>color</a:t>
            </a:r>
            <a:r>
              <a:rPr lang="en-IN" sz="2000" dirty="0"/>
              <a:t> that has not been allocated to any other player.</a:t>
            </a:r>
          </a:p>
        </p:txBody>
      </p:sp>
      <p:pic>
        <p:nvPicPr>
          <p:cNvPr id="15" name="Picture 14">
            <a:extLst>
              <a:ext uri="{FF2B5EF4-FFF2-40B4-BE49-F238E27FC236}">
                <a16:creationId xmlns:a16="http://schemas.microsoft.com/office/drawing/2014/main" id="{AEB4BBE8-6588-4E8F-A35F-317BCA826928}"/>
              </a:ext>
            </a:extLst>
          </p:cNvPr>
          <p:cNvPicPr>
            <a:picLocks noChangeAspect="1"/>
          </p:cNvPicPr>
          <p:nvPr/>
        </p:nvPicPr>
        <p:blipFill>
          <a:blip r:embed="rId2"/>
          <a:stretch>
            <a:fillRect/>
          </a:stretch>
        </p:blipFill>
        <p:spPr>
          <a:xfrm>
            <a:off x="8242778" y="681038"/>
            <a:ext cx="3120640" cy="548508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893023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344A-BEC3-4069-B5B1-58211BBCF67A}"/>
              </a:ext>
            </a:extLst>
          </p:cNvPr>
          <p:cNvSpPr>
            <a:spLocks noGrp="1"/>
          </p:cNvSpPr>
          <p:nvPr>
            <p:ph type="title"/>
          </p:nvPr>
        </p:nvSpPr>
        <p:spPr>
          <a:xfrm>
            <a:off x="0" y="0"/>
            <a:ext cx="4847208" cy="1056443"/>
          </a:xfrm>
        </p:spPr>
        <p:txBody>
          <a:bodyPr/>
          <a:lstStyle/>
          <a:p>
            <a:r>
              <a:rPr lang="en-IN" dirty="0"/>
              <a:t>CONTRIBUTION</a:t>
            </a:r>
          </a:p>
        </p:txBody>
      </p:sp>
      <p:sp>
        <p:nvSpPr>
          <p:cNvPr id="3" name="Content Placeholder 2">
            <a:extLst>
              <a:ext uri="{FF2B5EF4-FFF2-40B4-BE49-F238E27FC236}">
                <a16:creationId xmlns:a16="http://schemas.microsoft.com/office/drawing/2014/main" id="{7FC5CDA4-7F5A-4680-AA8D-3F8B60BE9E32}"/>
              </a:ext>
            </a:extLst>
          </p:cNvPr>
          <p:cNvSpPr>
            <a:spLocks noGrp="1"/>
          </p:cNvSpPr>
          <p:nvPr>
            <p:ph idx="1"/>
          </p:nvPr>
        </p:nvSpPr>
        <p:spPr>
          <a:xfrm>
            <a:off x="0" y="1189608"/>
            <a:ext cx="10515600" cy="4351338"/>
          </a:xfrm>
        </p:spPr>
        <p:txBody>
          <a:bodyPr/>
          <a:lstStyle/>
          <a:p>
            <a:r>
              <a:rPr lang="en-IN" dirty="0"/>
              <a:t>APOORV KHATTAR (2016016)-</a:t>
            </a:r>
          </a:p>
          <a:p>
            <a:pPr lvl="1"/>
            <a:r>
              <a:rPr lang="en-IN" dirty="0"/>
              <a:t>Implementation of Backend</a:t>
            </a:r>
          </a:p>
          <a:p>
            <a:pPr lvl="1"/>
            <a:r>
              <a:rPr lang="en-IN" dirty="0"/>
              <a:t>Implementation of Recursive Functions</a:t>
            </a:r>
          </a:p>
          <a:p>
            <a:pPr lvl="1"/>
            <a:r>
              <a:rPr lang="en-IN" dirty="0"/>
              <a:t>Main Menu</a:t>
            </a:r>
          </a:p>
          <a:p>
            <a:pPr lvl="1"/>
            <a:r>
              <a:rPr lang="en-IN" dirty="0"/>
              <a:t>Resuming of Game</a:t>
            </a:r>
          </a:p>
          <a:p>
            <a:r>
              <a:rPr lang="en-IN" dirty="0"/>
              <a:t>NIKHIL SACHDEVA (2016061)-</a:t>
            </a:r>
          </a:p>
          <a:p>
            <a:pPr lvl="1"/>
            <a:r>
              <a:rPr lang="en-IN" dirty="0"/>
              <a:t>Grid Creation</a:t>
            </a:r>
          </a:p>
          <a:p>
            <a:pPr lvl="1"/>
            <a:r>
              <a:rPr lang="en-IN" dirty="0"/>
              <a:t>Rotation and Transition of Spheres</a:t>
            </a:r>
          </a:p>
          <a:p>
            <a:pPr lvl="1"/>
            <a:r>
              <a:rPr lang="en-IN" dirty="0"/>
              <a:t>Player Settings</a:t>
            </a:r>
          </a:p>
          <a:p>
            <a:pPr lvl="1"/>
            <a:r>
              <a:rPr lang="en-IN" dirty="0"/>
              <a:t>Undo</a:t>
            </a:r>
          </a:p>
          <a:p>
            <a:pPr lvl="1"/>
            <a:endParaRPr lang="en-IN" dirty="0"/>
          </a:p>
        </p:txBody>
      </p:sp>
    </p:spTree>
    <p:extLst>
      <p:ext uri="{BB962C8B-B14F-4D97-AF65-F5344CB8AC3E}">
        <p14:creationId xmlns:p14="http://schemas.microsoft.com/office/powerpoint/2010/main" val="36704525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TM02900688[[fn=Facet]]</Template>
  <TotalTime>30</TotalTime>
  <Words>526</Words>
  <Application>Microsoft Office PowerPoint</Application>
  <PresentationFormat>Widescreen</PresentationFormat>
  <Paragraphs>22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IMPLEMENTATION</vt:lpstr>
      <vt:lpstr>EXTRAS</vt:lpstr>
      <vt:lpstr>CONTRIBUTION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dc:title>
  <dc:creator>Nikhil Sachdeva</dc:creator>
  <cp:lastModifiedBy>Nikhil Sachdeva</cp:lastModifiedBy>
  <cp:revision>4</cp:revision>
  <dcterms:created xsi:type="dcterms:W3CDTF">2017-11-18T09:21:24Z</dcterms:created>
  <dcterms:modified xsi:type="dcterms:W3CDTF">2017-11-18T09:51:30Z</dcterms:modified>
</cp:coreProperties>
</file>